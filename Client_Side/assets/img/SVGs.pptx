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1E1E1E"/>
    <a:srgbClr val="FF0000"/>
    <a:srgbClr val="156082"/>
    <a:srgbClr val="BE4D14"/>
    <a:srgbClr val="AE4612"/>
    <a:srgbClr val="E97132"/>
    <a:srgbClr val="F5C0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ED6EF8-86FA-4F17-AE4B-0A490B91EE1E}" v="28" dt="2026-02-15T15:11:10.6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4" y="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oenig" userId="caaec7e8-6a9d-4834-be6e-b5d65323f82a" providerId="ADAL" clId="{D53D3B9B-5D53-45B7-868B-F11189650269}"/>
    <pc:docChg chg="undo custSel addSld delSld modSld sldOrd">
      <pc:chgData name="Kevin Moenig" userId="caaec7e8-6a9d-4834-be6e-b5d65323f82a" providerId="ADAL" clId="{D53D3B9B-5D53-45B7-868B-F11189650269}" dt="2026-02-15T15:11:10.613" v="3352" actId="207"/>
      <pc:docMkLst>
        <pc:docMk/>
      </pc:docMkLst>
      <pc:sldChg chg="addSp delSp modSp new mod">
        <pc:chgData name="Kevin Moenig" userId="caaec7e8-6a9d-4834-be6e-b5d65323f82a" providerId="ADAL" clId="{D53D3B9B-5D53-45B7-868B-F11189650269}" dt="2026-02-15T15:11:10.613" v="3352" actId="207"/>
        <pc:sldMkLst>
          <pc:docMk/>
          <pc:sldMk cId="86130557" sldId="266"/>
        </pc:sldMkLst>
        <pc:spChg chg="del">
          <ac:chgData name="Kevin Moenig" userId="caaec7e8-6a9d-4834-be6e-b5d65323f82a" providerId="ADAL" clId="{D53D3B9B-5D53-45B7-868B-F11189650269}" dt="2026-02-15T15:06:46.390" v="3278" actId="478"/>
          <ac:spMkLst>
            <pc:docMk/>
            <pc:sldMk cId="86130557" sldId="266"/>
            <ac:spMk id="2" creationId="{87C3A1EF-7B3B-DF2B-BB68-7F467A91C578}"/>
          </ac:spMkLst>
        </pc:spChg>
        <pc:spChg chg="del">
          <ac:chgData name="Kevin Moenig" userId="caaec7e8-6a9d-4834-be6e-b5d65323f82a" providerId="ADAL" clId="{D53D3B9B-5D53-45B7-868B-F11189650269}" dt="2026-02-15T15:06:46.390" v="3278" actId="478"/>
          <ac:spMkLst>
            <pc:docMk/>
            <pc:sldMk cId="86130557" sldId="266"/>
            <ac:spMk id="3" creationId="{F7EFC5AD-D624-37DC-D23E-AD1DFA0B0E1B}"/>
          </ac:spMkLst>
        </pc:spChg>
        <pc:spChg chg="add del mod">
          <ac:chgData name="Kevin Moenig" userId="caaec7e8-6a9d-4834-be6e-b5d65323f82a" providerId="ADAL" clId="{D53D3B9B-5D53-45B7-868B-F11189650269}" dt="2026-02-15T15:06:54.454" v="3282" actId="478"/>
          <ac:spMkLst>
            <pc:docMk/>
            <pc:sldMk cId="86130557" sldId="266"/>
            <ac:spMk id="4" creationId="{D2509350-40D0-017E-563B-D679031D0B58}"/>
          </ac:spMkLst>
        </pc:spChg>
        <pc:spChg chg="add del mod">
          <ac:chgData name="Kevin Moenig" userId="caaec7e8-6a9d-4834-be6e-b5d65323f82a" providerId="ADAL" clId="{D53D3B9B-5D53-45B7-868B-F11189650269}" dt="2026-02-15T15:07:57.651" v="3312" actId="478"/>
          <ac:spMkLst>
            <pc:docMk/>
            <pc:sldMk cId="86130557" sldId="266"/>
            <ac:spMk id="6" creationId="{8844059B-FA03-F5B9-242D-905280BCFEC7}"/>
          </ac:spMkLst>
        </pc:spChg>
        <pc:spChg chg="mod">
          <ac:chgData name="Kevin Moenig" userId="caaec7e8-6a9d-4834-be6e-b5d65323f82a" providerId="ADAL" clId="{D53D3B9B-5D53-45B7-868B-F11189650269}" dt="2026-02-15T15:10:01.395" v="3349" actId="164"/>
          <ac:spMkLst>
            <pc:docMk/>
            <pc:sldMk cId="86130557" sldId="266"/>
            <ac:spMk id="9" creationId="{0E764C77-C21E-0DEB-6AB4-CDF3CC09212C}"/>
          </ac:spMkLst>
        </pc:spChg>
        <pc:spChg chg="add del mod">
          <ac:chgData name="Kevin Moenig" userId="caaec7e8-6a9d-4834-be6e-b5d65323f82a" providerId="ADAL" clId="{D53D3B9B-5D53-45B7-868B-F11189650269}" dt="2026-02-15T15:08:11.733" v="3317" actId="478"/>
          <ac:spMkLst>
            <pc:docMk/>
            <pc:sldMk cId="86130557" sldId="266"/>
            <ac:spMk id="10" creationId="{1A69F8F5-8A10-DD8B-3DA0-097AC31CCCED}"/>
          </ac:spMkLst>
        </pc:spChg>
        <pc:spChg chg="add mod">
          <ac:chgData name="Kevin Moenig" userId="caaec7e8-6a9d-4834-be6e-b5d65323f82a" providerId="ADAL" clId="{D53D3B9B-5D53-45B7-868B-F11189650269}" dt="2026-02-15T15:10:01.395" v="3349" actId="164"/>
          <ac:spMkLst>
            <pc:docMk/>
            <pc:sldMk cId="86130557" sldId="266"/>
            <ac:spMk id="12" creationId="{339476B5-4EEB-1C5E-0761-D8781CAE7262}"/>
          </ac:spMkLst>
        </pc:spChg>
        <pc:spChg chg="add del mod">
          <ac:chgData name="Kevin Moenig" userId="caaec7e8-6a9d-4834-be6e-b5d65323f82a" providerId="ADAL" clId="{D53D3B9B-5D53-45B7-868B-F11189650269}" dt="2026-02-15T15:08:10.643" v="3316" actId="478"/>
          <ac:spMkLst>
            <pc:docMk/>
            <pc:sldMk cId="86130557" sldId="266"/>
            <ac:spMk id="13" creationId="{3B302ED2-5AC4-6E82-398E-F296343B8B8E}"/>
          </ac:spMkLst>
        </pc:spChg>
        <pc:spChg chg="add del mod">
          <ac:chgData name="Kevin Moenig" userId="caaec7e8-6a9d-4834-be6e-b5d65323f82a" providerId="ADAL" clId="{D53D3B9B-5D53-45B7-868B-F11189650269}" dt="2026-02-15T15:08:08.838" v="3315" actId="478"/>
          <ac:spMkLst>
            <pc:docMk/>
            <pc:sldMk cId="86130557" sldId="266"/>
            <ac:spMk id="14" creationId="{8C2DED1E-E537-AC2B-FB23-EA240E44EBAF}"/>
          </ac:spMkLst>
        </pc:spChg>
        <pc:spChg chg="add mod">
          <ac:chgData name="Kevin Moenig" userId="caaec7e8-6a9d-4834-be6e-b5d65323f82a" providerId="ADAL" clId="{D53D3B9B-5D53-45B7-868B-F11189650269}" dt="2026-02-15T15:10:01.395" v="3349" actId="164"/>
          <ac:spMkLst>
            <pc:docMk/>
            <pc:sldMk cId="86130557" sldId="266"/>
            <ac:spMk id="15" creationId="{41B7D106-55D9-C505-3547-16BFE2722960}"/>
          </ac:spMkLst>
        </pc:spChg>
        <pc:spChg chg="add del mod">
          <ac:chgData name="Kevin Moenig" userId="caaec7e8-6a9d-4834-be6e-b5d65323f82a" providerId="ADAL" clId="{D53D3B9B-5D53-45B7-868B-F11189650269}" dt="2026-02-15T15:08:16.563" v="3319" actId="478"/>
          <ac:spMkLst>
            <pc:docMk/>
            <pc:sldMk cId="86130557" sldId="266"/>
            <ac:spMk id="16" creationId="{5DDAB8A2-F9CD-9226-DF3B-D9FACCAFB0E8}"/>
          </ac:spMkLst>
        </pc:spChg>
        <pc:spChg chg="add mod">
          <ac:chgData name="Kevin Moenig" userId="caaec7e8-6a9d-4834-be6e-b5d65323f82a" providerId="ADAL" clId="{D53D3B9B-5D53-45B7-868B-F11189650269}" dt="2026-02-15T15:10:01.395" v="3349" actId="164"/>
          <ac:spMkLst>
            <pc:docMk/>
            <pc:sldMk cId="86130557" sldId="266"/>
            <ac:spMk id="17" creationId="{5BB3C8FB-2092-2AA3-4ED9-4C40CE08C62F}"/>
          </ac:spMkLst>
        </pc:spChg>
        <pc:spChg chg="add del mod">
          <ac:chgData name="Kevin Moenig" userId="caaec7e8-6a9d-4834-be6e-b5d65323f82a" providerId="ADAL" clId="{D53D3B9B-5D53-45B7-868B-F11189650269}" dt="2026-02-15T15:06:53.887" v="3281" actId="478"/>
          <ac:spMkLst>
            <pc:docMk/>
            <pc:sldMk cId="86130557" sldId="266"/>
            <ac:spMk id="18" creationId="{3C0F8F88-32E7-2A09-5221-E0C1A7D96DD1}"/>
          </ac:spMkLst>
        </pc:spChg>
        <pc:spChg chg="add mod">
          <ac:chgData name="Kevin Moenig" userId="caaec7e8-6a9d-4834-be6e-b5d65323f82a" providerId="ADAL" clId="{D53D3B9B-5D53-45B7-868B-F11189650269}" dt="2026-02-15T15:11:10.613" v="3352" actId="207"/>
          <ac:spMkLst>
            <pc:docMk/>
            <pc:sldMk cId="86130557" sldId="266"/>
            <ac:spMk id="26" creationId="{81B91729-AFC6-2D3C-56B4-310A23D461A8}"/>
          </ac:spMkLst>
        </pc:spChg>
        <pc:grpChg chg="add mod">
          <ac:chgData name="Kevin Moenig" userId="caaec7e8-6a9d-4834-be6e-b5d65323f82a" providerId="ADAL" clId="{D53D3B9B-5D53-45B7-868B-F11189650269}" dt="2026-02-15T15:10:04.901" v="3351" actId="12789"/>
          <ac:grpSpMkLst>
            <pc:docMk/>
            <pc:sldMk cId="86130557" sldId="266"/>
            <ac:grpSpMk id="27" creationId="{9F0AE92B-CEF5-5945-D117-F5DA11EF071F}"/>
          </ac:grpSpMkLst>
        </pc:grpChg>
        <pc:cxnChg chg="del">
          <ac:chgData name="Kevin Moenig" userId="caaec7e8-6a9d-4834-be6e-b5d65323f82a" providerId="ADAL" clId="{D53D3B9B-5D53-45B7-868B-F11189650269}" dt="2026-02-15T15:06:52.657" v="3280" actId="478"/>
          <ac:cxnSpMkLst>
            <pc:docMk/>
            <pc:sldMk cId="86130557" sldId="266"/>
            <ac:cxnSpMk id="5" creationId="{567F6235-0C9B-A3BE-EE54-0C94C8433627}"/>
          </ac:cxnSpMkLst>
        </pc:cxnChg>
        <pc:cxnChg chg="mod">
          <ac:chgData name="Kevin Moenig" userId="caaec7e8-6a9d-4834-be6e-b5d65323f82a" providerId="ADAL" clId="{D53D3B9B-5D53-45B7-868B-F11189650269}" dt="2026-02-15T15:10:01.395" v="3349" actId="164"/>
          <ac:cxnSpMkLst>
            <pc:docMk/>
            <pc:sldMk cId="86130557" sldId="266"/>
            <ac:cxnSpMk id="7" creationId="{6E630233-A0B8-A0BA-F292-02E525B91873}"/>
          </ac:cxnSpMkLst>
        </pc:cxnChg>
        <pc:cxnChg chg="mod">
          <ac:chgData name="Kevin Moenig" userId="caaec7e8-6a9d-4834-be6e-b5d65323f82a" providerId="ADAL" clId="{D53D3B9B-5D53-45B7-868B-F11189650269}" dt="2026-02-15T15:10:01.395" v="3349" actId="164"/>
          <ac:cxnSpMkLst>
            <pc:docMk/>
            <pc:sldMk cId="86130557" sldId="266"/>
            <ac:cxnSpMk id="8" creationId="{6B89E50A-EA01-6522-356E-FC0F8535095C}"/>
          </ac:cxnSpMkLst>
        </pc:cxnChg>
        <pc:cxnChg chg="mod">
          <ac:chgData name="Kevin Moenig" userId="caaec7e8-6a9d-4834-be6e-b5d65323f82a" providerId="ADAL" clId="{D53D3B9B-5D53-45B7-868B-F11189650269}" dt="2026-02-15T15:10:01.395" v="3349" actId="164"/>
          <ac:cxnSpMkLst>
            <pc:docMk/>
            <pc:sldMk cId="86130557" sldId="266"/>
            <ac:cxnSpMk id="11" creationId="{71D7F1E6-6C32-4968-E8E5-8434D9ADDCB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316692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32005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558564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290175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40840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4020644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6928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38832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988877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920679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995895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EB3054-B75A-4BD7-8B3E-8DC0F614FAF3}" type="datetimeFigureOut">
              <a:rPr lang="de-DE" smtClean="0"/>
              <a:t>29.03.2026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006FE-6571-4354-8775-F8708372C22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472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058FBD9-6D33-133E-4379-F92AB628C044}"/>
              </a:ext>
            </a:extLst>
          </p:cNvPr>
          <p:cNvCxnSpPr>
            <a:cxnSpLocks/>
          </p:cNvCxnSpPr>
          <p:nvPr/>
        </p:nvCxnSpPr>
        <p:spPr>
          <a:xfrm rot="5400000" flipV="1">
            <a:off x="6858652" y="1695276"/>
            <a:ext cx="0" cy="90000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A8F7842F-B7FD-F484-0B34-26A12CDBB7C3}"/>
              </a:ext>
            </a:extLst>
          </p:cNvPr>
          <p:cNvCxnSpPr>
            <a:cxnSpLocks/>
          </p:cNvCxnSpPr>
          <p:nvPr/>
        </p:nvCxnSpPr>
        <p:spPr>
          <a:xfrm rot="2700000" flipV="1">
            <a:off x="5722699" y="2522145"/>
            <a:ext cx="0" cy="900000"/>
          </a:xfrm>
          <a:prstGeom prst="line">
            <a:avLst/>
          </a:prstGeom>
          <a:ln w="38100" cap="rnd">
            <a:solidFill>
              <a:srgbClr val="FFC00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CE18B74-82B6-4A62-28CA-B0319FBA4D02}"/>
              </a:ext>
            </a:extLst>
          </p:cNvPr>
          <p:cNvGrpSpPr/>
          <p:nvPr/>
        </p:nvGrpSpPr>
        <p:grpSpPr>
          <a:xfrm rot="5400000">
            <a:off x="5824942" y="1426799"/>
            <a:ext cx="1381466" cy="1387906"/>
            <a:chOff x="4586193" y="3847308"/>
            <a:chExt cx="1800000" cy="1800000"/>
          </a:xfrm>
        </p:grpSpPr>
        <p:sp>
          <p:nvSpPr>
            <p:cNvPr id="48" name="Bogen 47">
              <a:extLst>
                <a:ext uri="{FF2B5EF4-FFF2-40B4-BE49-F238E27FC236}">
                  <a16:creationId xmlns:a16="http://schemas.microsoft.com/office/drawing/2014/main" id="{296DFBF2-D5DE-4732-EF2B-4636054B6BFE}"/>
                </a:ext>
              </a:extLst>
            </p:cNvPr>
            <p:cNvSpPr/>
            <p:nvPr/>
          </p:nvSpPr>
          <p:spPr>
            <a:xfrm>
              <a:off x="4586193" y="3847308"/>
              <a:ext cx="1800000" cy="1800000"/>
            </a:xfrm>
            <a:prstGeom prst="arc">
              <a:avLst>
                <a:gd name="adj1" fmla="val 16200000"/>
                <a:gd name="adj2" fmla="val 2938109"/>
              </a:avLst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59E6AB15-3E0A-D5DF-5871-A15541411B7E}"/>
                </a:ext>
              </a:extLst>
            </p:cNvPr>
            <p:cNvSpPr txBox="1"/>
            <p:nvPr/>
          </p:nvSpPr>
          <p:spPr>
            <a:xfrm>
              <a:off x="5764531" y="4218276"/>
              <a:ext cx="501696" cy="478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  <a:latin typeface="Tektur" pitchFamily="2" charset="0"/>
                </a:rPr>
                <a:t>a</a:t>
              </a:r>
              <a:r>
                <a:rPr lang="de-DE" sz="800" dirty="0">
                  <a:solidFill>
                    <a:srgbClr val="FFC000"/>
                  </a:solidFill>
                  <a:latin typeface="Tektur" pitchFamily="2" charset="0"/>
                </a:rPr>
                <a:t>3</a:t>
              </a:r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2DE13915-1E4D-7D73-A736-39C92E85D686}"/>
              </a:ext>
            </a:extLst>
          </p:cNvPr>
          <p:cNvGrpSpPr/>
          <p:nvPr/>
        </p:nvGrpSpPr>
        <p:grpSpPr>
          <a:xfrm rot="2700000">
            <a:off x="4759844" y="2490382"/>
            <a:ext cx="1381466" cy="1387906"/>
            <a:chOff x="4586193" y="3847308"/>
            <a:chExt cx="1800000" cy="1800000"/>
          </a:xfrm>
        </p:grpSpPr>
        <p:sp>
          <p:nvSpPr>
            <p:cNvPr id="32" name="Bogen 31">
              <a:extLst>
                <a:ext uri="{FF2B5EF4-FFF2-40B4-BE49-F238E27FC236}">
                  <a16:creationId xmlns:a16="http://schemas.microsoft.com/office/drawing/2014/main" id="{AF64E524-5025-3063-C7BD-0DC310FB289B}"/>
                </a:ext>
              </a:extLst>
            </p:cNvPr>
            <p:cNvSpPr/>
            <p:nvPr/>
          </p:nvSpPr>
          <p:spPr>
            <a:xfrm>
              <a:off x="4586193" y="3847308"/>
              <a:ext cx="1800000" cy="1800000"/>
            </a:xfrm>
            <a:prstGeom prst="arc">
              <a:avLst>
                <a:gd name="adj1" fmla="val 16200000"/>
                <a:gd name="adj2" fmla="val 1866972"/>
              </a:avLst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47082B37-1F2E-F8B7-0DAC-76D78C884419}"/>
                </a:ext>
              </a:extLst>
            </p:cNvPr>
            <p:cNvSpPr txBox="1"/>
            <p:nvPr/>
          </p:nvSpPr>
          <p:spPr>
            <a:xfrm>
              <a:off x="5761398" y="4218276"/>
              <a:ext cx="507960" cy="4789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  <a:latin typeface="Tektur" pitchFamily="2" charset="0"/>
                </a:rPr>
                <a:t>a</a:t>
              </a:r>
              <a:r>
                <a:rPr lang="de-DE" sz="800" dirty="0">
                  <a:solidFill>
                    <a:srgbClr val="FFC000"/>
                  </a:solidFill>
                  <a:latin typeface="Tektur" pitchFamily="2" charset="0"/>
                </a:rPr>
                <a:t>2</a:t>
              </a:r>
              <a:endParaRPr lang="de-DE" sz="400" dirty="0">
                <a:solidFill>
                  <a:srgbClr val="FFC000"/>
                </a:solidFill>
                <a:latin typeface="Tektur" pitchFamily="2" charset="0"/>
              </a:endParaRP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59B6A386-B6F6-EB97-4AD6-AB305AA85D71}"/>
              </a:ext>
            </a:extLst>
          </p:cNvPr>
          <p:cNvGrpSpPr/>
          <p:nvPr/>
        </p:nvGrpSpPr>
        <p:grpSpPr>
          <a:xfrm>
            <a:off x="4586193" y="3847308"/>
            <a:ext cx="1800000" cy="1800000"/>
            <a:chOff x="4586193" y="3847308"/>
            <a:chExt cx="1800000" cy="1800000"/>
          </a:xfrm>
        </p:grpSpPr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F1A69DDA-E0D6-9C41-ADAB-76FDC1E27674}"/>
                </a:ext>
              </a:extLst>
            </p:cNvPr>
            <p:cNvGrpSpPr/>
            <p:nvPr/>
          </p:nvGrpSpPr>
          <p:grpSpPr>
            <a:xfrm>
              <a:off x="4586193" y="3847308"/>
              <a:ext cx="1800000" cy="1800000"/>
              <a:chOff x="4586193" y="3911600"/>
              <a:chExt cx="1800000" cy="1800000"/>
            </a:xfrm>
          </p:grpSpPr>
          <p:sp>
            <p:nvSpPr>
              <p:cNvPr id="6" name="Bogen 5">
                <a:extLst>
                  <a:ext uri="{FF2B5EF4-FFF2-40B4-BE49-F238E27FC236}">
                    <a16:creationId xmlns:a16="http://schemas.microsoft.com/office/drawing/2014/main" id="{8C3A9305-65D5-4AB2-2908-0CE385BEC10E}"/>
                  </a:ext>
                </a:extLst>
              </p:cNvPr>
              <p:cNvSpPr/>
              <p:nvPr/>
            </p:nvSpPr>
            <p:spPr>
              <a:xfrm>
                <a:off x="4586193" y="3911600"/>
                <a:ext cx="1800000" cy="1800000"/>
              </a:xfrm>
              <a:prstGeom prst="arc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187CDB01-E70A-7FB9-0027-58A6F38CB538}"/>
                  </a:ext>
                </a:extLst>
              </p:cNvPr>
              <p:cNvCxnSpPr>
                <a:cxnSpLocks/>
                <a:stCxn id="6" idx="2"/>
              </p:cNvCxnSpPr>
              <p:nvPr/>
            </p:nvCxnSpPr>
            <p:spPr>
              <a:xfrm flipH="1">
                <a:off x="5486193" y="4811600"/>
                <a:ext cx="900000" cy="0"/>
              </a:xfrm>
              <a:prstGeom prst="line">
                <a:avLst/>
              </a:prstGeom>
              <a:ln w="38100" cap="rnd">
                <a:solidFill>
                  <a:srgbClr val="FFC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Gerader Verbinder 22">
                <a:extLst>
                  <a:ext uri="{FF2B5EF4-FFF2-40B4-BE49-F238E27FC236}">
                    <a16:creationId xmlns:a16="http://schemas.microsoft.com/office/drawing/2014/main" id="{30E0274D-7225-0B7C-17A8-A6EC5272D335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V="1">
                <a:off x="5486193" y="3911600"/>
                <a:ext cx="0" cy="900000"/>
              </a:xfrm>
              <a:prstGeom prst="line">
                <a:avLst/>
              </a:prstGeom>
              <a:ln w="38100" cap="rnd">
                <a:solidFill>
                  <a:srgbClr val="FFC000"/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C9DFBF67-0BE3-2507-FEBF-63809416F05A}"/>
                </a:ext>
              </a:extLst>
            </p:cNvPr>
            <p:cNvSpPr txBox="1"/>
            <p:nvPr/>
          </p:nvSpPr>
          <p:spPr>
            <a:xfrm>
              <a:off x="5728592" y="4216400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solidFill>
                    <a:srgbClr val="FFC000"/>
                  </a:solidFill>
                  <a:latin typeface="Tektur" pitchFamily="2" charset="0"/>
                </a:rPr>
                <a:t>a</a:t>
              </a:r>
              <a:r>
                <a:rPr lang="de-DE" sz="800" dirty="0">
                  <a:solidFill>
                    <a:srgbClr val="FFC000"/>
                  </a:solidFill>
                  <a:latin typeface="Tektur" pitchFamily="2" charset="0"/>
                </a:rPr>
                <a:t>1</a:t>
              </a:r>
              <a:endParaRPr lang="de-DE" sz="400" dirty="0">
                <a:solidFill>
                  <a:srgbClr val="FFC000"/>
                </a:solidFill>
                <a:latin typeface="Tektur" pitchFamily="2" charset="0"/>
              </a:endParaRP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F9FA2617-FDF8-C8E5-ACEB-25EAFC7B5DE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452" t="20392" r="54808" b="67450"/>
          <a:stretch>
            <a:fillRect/>
          </a:stretch>
        </p:blipFill>
        <p:spPr>
          <a:xfrm>
            <a:off x="3612776" y="1515034"/>
            <a:ext cx="5047130" cy="3816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28766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arissa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Tektur</vt:lpstr>
      <vt:lpstr>Larissa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Prince Andrew </dc:title>
  <dc:creator/>
  <cp:lastModifiedBy>Kevin Moenig</cp:lastModifiedBy>
  <cp:revision>299</cp:revision>
  <dcterms:created xsi:type="dcterms:W3CDTF">2025-10-27T13:51:11Z</dcterms:created>
  <dcterms:modified xsi:type="dcterms:W3CDTF">2026-03-29T17:56:04Z</dcterms:modified>
</cp:coreProperties>
</file>